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Seller Communication Request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1272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AppSheet Manual Guide | Training Deck + Corporate SOP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3520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 BD, Ops, Marketing and Seller Education stakeholders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Training Objective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What this guide helps users accomplish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881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06040"/>
            <a:ext cx="45720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6654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Submit requests correctly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Understand required fields, content details, target audience and scheduling expectations.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606040"/>
            <a:ext cx="45720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6654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Upload artwork properly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Follow asset-specific file type, resolution and size requirements.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45720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26654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Track and approve 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Monitor request status, review comments and complete approvals on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2606040"/>
            <a:ext cx="45720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06256" y="26654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86968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Follow corporate SOP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0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Ensure consistent workflow, governance and stakeholder accountability.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Centralized intake for Seller Communication requests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486400" cy="356616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258568"/>
            <a:ext cx="5266944" cy="34747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5000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SCREENSHOT PLACEHOLDER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37673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Home / Request List 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0" y="5394960"/>
            <a:ext cx="182880" cy="-91440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5989320"/>
            <a:ext cx="164592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606247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Create new request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2834640"/>
            <a:ext cx="-822960" cy="9144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960" y="2331720"/>
            <a:ext cx="150876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40487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Check status list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29400" y="2834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app is designed to reduce scattered requests and provide one shared source of truth for request submission, artwork upload, approval and tracking.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75120" y="4160520"/>
            <a:ext cx="4206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Single request form for all stakeholders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Clear ownership and request visibility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Status-based tracking from submission to completion
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User Roles &amp; Responsibilities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Who does what in the workflow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2286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651760"/>
            <a:ext cx="141732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711196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Role 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41832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Requester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BD / Ops / Marketing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3794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Submit complete request, attach assets, respond to comments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2377440"/>
            <a:ext cx="2286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2651760"/>
            <a:ext cx="141732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14216" y="2711196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Role 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730752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Reviewer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Seller Education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67328" y="3794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Validate request quality, feasibility and readiness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2377440"/>
            <a:ext cx="2286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651760"/>
            <a:ext cx="141732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2711196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Role 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519672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Approver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Owner / Lead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6248" y="3794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Approve, reject or request revision based on priority and governance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2377440"/>
            <a:ext cx="2286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5480" y="2651760"/>
            <a:ext cx="141732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92056" y="2711196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Role 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308592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Publisher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Execution Owner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45168" y="3794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Complete final publishing / implementation and update status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Quick Start — 1 Page Guide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Use this slide as the summary handout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1148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208276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17320" y="21671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Open AppSheet link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Use company Google account and Chrome.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898648"/>
            <a:ext cx="41148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958084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17320" y="2916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Tap “New Request”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9443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Start a new Seller Communication request.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648456"/>
            <a:ext cx="41148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707892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7320" y="36667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Complete required fields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369417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Fill campaign, asset type, schedule, owner and details.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398264"/>
            <a:ext cx="41148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4457700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417320" y="44165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Upload artwork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0" y="444398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Attach only valid PNG, JPG or JPEG files.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148072"/>
            <a:ext cx="411480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5207508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17320" y="5166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Submit &amp; track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519379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Monitor status and reply to comments promptly.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2440" y="589788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60533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Reminder: incomplete requests may be returned for revision.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to Submit a Request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Requester workflow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669280" cy="384048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67128"/>
            <a:ext cx="5449824" cy="34747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5856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SCREENSHOT PLACEHOLDER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38130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New Request form 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97880" y="2743200"/>
            <a:ext cx="-960120" cy="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37960" y="2514600"/>
            <a:ext cx="137160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258775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Required fields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0" y="5394960"/>
            <a:ext cx="-731520" cy="-50292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960" y="5166360"/>
            <a:ext cx="123444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523951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Save / Submit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20840" y="31089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Required information should be clear enough for reviewers to understand the purpose, target audience, message, schedule and execution requirements without extra clarification.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Artwork Upload Guidelines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Asset validation conditions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0835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606040"/>
            <a:ext cx="3501957" cy="480060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60904"/>
            <a:ext cx="341051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Asset Type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62077" y="2606040"/>
            <a:ext cx="2626468" cy="480060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797" y="2660904"/>
            <a:ext cx="253502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Resolution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88546" y="2606040"/>
            <a:ext cx="1750979" cy="480060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4266" y="2660904"/>
            <a:ext cx="1659539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Max Size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39524" y="2606040"/>
            <a:ext cx="2407596" cy="480060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5244" y="2660904"/>
            <a:ext cx="231615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File Type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3086100"/>
            <a:ext cx="3501957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140964"/>
            <a:ext cx="341051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[PC] Homepage Pop-Up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462077" y="3086100"/>
            <a:ext cx="262646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797" y="3140964"/>
            <a:ext cx="253502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800 × 720 px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88546" y="3086100"/>
            <a:ext cx="1750979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4266" y="3140964"/>
            <a:ext cx="1659539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≤ 100 KB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839524" y="3086100"/>
            <a:ext cx="2407596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5244" y="3140964"/>
            <a:ext cx="231615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PNG / JPG / JPEG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960120" y="3566160"/>
            <a:ext cx="3501957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621024"/>
            <a:ext cx="341051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[PC] Homepage Banner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462077" y="3566160"/>
            <a:ext cx="262646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797" y="3621024"/>
            <a:ext cx="253502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360 × 186 px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088546" y="3566160"/>
            <a:ext cx="1750979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4266" y="3621024"/>
            <a:ext cx="1659539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≤ 100 KB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839524" y="3566160"/>
            <a:ext cx="2407596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5244" y="3621024"/>
            <a:ext cx="231615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PNG / JPG / JPEG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60120" y="4046220"/>
            <a:ext cx="3501957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101084"/>
            <a:ext cx="341051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[APP] Homepage Banner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462077" y="4046220"/>
            <a:ext cx="262646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797" y="4101084"/>
            <a:ext cx="253502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375 × 108 px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088546" y="4046220"/>
            <a:ext cx="1750979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4266" y="4101084"/>
            <a:ext cx="1659539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≤ 100 KB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839524" y="4046220"/>
            <a:ext cx="2407596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85244" y="4101084"/>
            <a:ext cx="231615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PNG / JPG / JPEG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1005840" y="4892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Only show the upload field when Asset Type matches PC Homepage Pop-Up, PC Homepage Banner or APP Homepage Banner.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Status Tracking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How users monitor request progress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760720" cy="384048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67128"/>
            <a:ext cx="5541264" cy="34747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5856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SCREENSHOT PLACEHOLDER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38130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My Requests / Status list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60720" y="2926080"/>
            <a:ext cx="-1005840" cy="9144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2697480"/>
            <a:ext cx="128016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77063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 column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0" y="5257800"/>
            <a:ext cx="731520" cy="-96012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5532120"/>
            <a:ext cx="114300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5605272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Open details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3246120"/>
            <a:ext cx="1828800" cy="201168"/>
          </a:xfrm>
          <a:prstGeom prst="rect">
            <a:avLst/>
          </a:prstGeom>
          <a:solidFill>
            <a:srgbClr val="0800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273552"/>
            <a:ext cx="1645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Draft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66560" y="3557016"/>
            <a:ext cx="1828800" cy="201168"/>
          </a:xfrm>
          <a:prstGeom prst="rect">
            <a:avLst/>
          </a:prstGeom>
          <a:solidFill>
            <a:srgbClr val="0800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584448"/>
            <a:ext cx="1645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Submitted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66560" y="3867912"/>
            <a:ext cx="1828800" cy="201168"/>
          </a:xfrm>
          <a:prstGeom prst="rect">
            <a:avLst/>
          </a:prstGeom>
          <a:solidFill>
            <a:srgbClr val="0800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895344"/>
            <a:ext cx="1645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 Review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766560" y="4178808"/>
            <a:ext cx="1828800" cy="201168"/>
          </a:xfrm>
          <a:prstGeom prst="rect">
            <a:avLst/>
          </a:prstGeom>
          <a:solidFill>
            <a:srgbClr val="FF8A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206240"/>
            <a:ext cx="1645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Revision Required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66560" y="4489704"/>
            <a:ext cx="1828800" cy="201168"/>
          </a:xfrm>
          <a:prstGeom prst="rect">
            <a:avLst/>
          </a:prstGeom>
          <a:solidFill>
            <a:srgbClr val="A7F0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4517136"/>
            <a:ext cx="1645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</a:rPr>
              <a:t>Approved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66560" y="4800600"/>
            <a:ext cx="1828800" cy="201168"/>
          </a:xfrm>
          <a:prstGeom prst="rect">
            <a:avLst/>
          </a:prstGeom>
          <a:solidFill>
            <a:srgbClr val="D32F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828032"/>
            <a:ext cx="1645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Rejected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66560" y="5111496"/>
            <a:ext cx="1828800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5138928"/>
            <a:ext cx="1645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Completed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869680" y="3794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Tip: use the latest status and comment field before following up in chat.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Approver Review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Approve, reject or request revision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120640" cy="36576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2258568"/>
            <a:ext cx="4901184" cy="34747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5000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SCREENSHOT PLACEHOLDER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3813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Request detail 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0" y="2834640"/>
            <a:ext cx="-914400" cy="4572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2606040"/>
            <a:ext cx="128016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6791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Review details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66360" y="4983480"/>
            <a:ext cx="-731520" cy="-274320"/>
          </a:xfrm>
          <a:prstGeom prst="line">
            <a:avLst/>
          </a:prstGeom>
          <a:noFill/>
          <a:ln w="12700">
            <a:solidFill>
              <a:srgbClr val="08007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5074920"/>
            <a:ext cx="1325880" cy="320040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514807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Approval action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46520" y="3154680"/>
            <a:ext cx="43891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• Check objective, audience and schedule
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• Confirm artwork meets asset rules
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• Add clear comments when requesting revision
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• Approve only when content is ready for execution
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Approval Process 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End-to-end corporate workflow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3657600"/>
            <a:ext cx="18745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69080" y="3657600"/>
            <a:ext cx="18745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657600"/>
            <a:ext cx="18745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92440" y="3657600"/>
            <a:ext cx="18745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104120" y="3657600"/>
            <a:ext cx="1417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31546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Request Submitted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34640" y="31546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429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Initial Review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31546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29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Revision Needed?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31546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429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Approval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69680" y="31546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3429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Execution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424160" y="31546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429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Completed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4160520"/>
            <a:ext cx="-2011680" cy="9144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743200" y="5166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 to requester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with comments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Corporate SOP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Standard operating procedure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84048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0827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17320" y="2167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Request Intake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218541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All requests must be submitted via AppSheet. Chat or email follow-up should not replace the official request record.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384048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07695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17320" y="3035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Quality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305409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Reviewer validates completeness, asset compliance, schedule feasibility and stakeholder readiness.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886200"/>
            <a:ext cx="384048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9456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7320" y="3904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Approval Governance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392277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Approval is required before publishing. Regulatory or high-impact communication may require additional owner consent.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384048" cy="256032"/>
          </a:xfrm>
          <a:prstGeom prst="rect">
            <a:avLst/>
          </a:prstGeom>
          <a:solidFill>
            <a:srgbClr val="08007A"/>
          </a:solidFill>
          <a:ln w="12700">
            <a:solidFill>
              <a:srgbClr val="080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8143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417320" y="4773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Execution &amp; Closure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479145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Execution owner updates the final status and keeps comments traceable for audit and future reference.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Recommended SLA &amp; Governance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Suggested operating standards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10789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697480"/>
            <a:ext cx="2379287" cy="448056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52344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9407" y="2697480"/>
            <a:ext cx="2379287" cy="448056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5127" y="2752344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Owner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18695" y="2697480"/>
            <a:ext cx="2379287" cy="448056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4415" y="2752344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Recommended SLA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7982" y="2697480"/>
            <a:ext cx="3103418" cy="448056"/>
          </a:xfrm>
          <a:prstGeom prst="rect">
            <a:avLst/>
          </a:prstGeom>
          <a:solidFill>
            <a:srgbClr val="08007A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3702" y="2752344"/>
            <a:ext cx="301197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3145536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200400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Submit request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339407" y="3145536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5127" y="3200400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Requester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718695" y="3145536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4415" y="3200400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At least agreed lead time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097982" y="3145536"/>
            <a:ext cx="3103418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3702" y="3200400"/>
            <a:ext cx="301197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Complete request record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960120" y="3593592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648456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Initial review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339407" y="3593592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5127" y="3648456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Seller Education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718695" y="3593592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4415" y="3648456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Within 1 business day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97982" y="3593592"/>
            <a:ext cx="3103418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3702" y="3648456"/>
            <a:ext cx="301197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Accepted or revision comment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60120" y="4041648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096512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Approval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3339407" y="4041648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5127" y="4096512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Approver / Lead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718695" y="4041648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4415" y="4096512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Within 1 business day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097982" y="4041648"/>
            <a:ext cx="3103418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43702" y="4096512"/>
            <a:ext cx="301197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Approved / rejected status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960120" y="4489704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544568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Execution update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339407" y="4489704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5127" y="4544568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Publisher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5718695" y="4489704"/>
            <a:ext cx="2379287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4415" y="4544568"/>
            <a:ext cx="22878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After publishing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8097982" y="4489704"/>
            <a:ext cx="3103418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A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43702" y="4544568"/>
            <a:ext cx="301197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22222"/>
                </a:solidFill>
              </a:rPr>
              <a:t>Completed status + evidence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1005840" y="516636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Note: SLA should be adjusted based on business urgency, campaign size and communication impact.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FAQ for BD Team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Common questions from Business Development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Can BD still send requests via chat?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2331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Use AppSheet as the official intake. Chat can be used only for clarification.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832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What if the campaign is urgent?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33832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Submit the request first, then flag urgency with clear business impact.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348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Can I change details after submission?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4434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Update the request or add comments before approval. Avoid changing approved details without confirmation.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FAQ for Ops Team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Common questions from Operations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How should operational announcements be submitted?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23317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Provide clear objective, impacted sellers, required timeline and source of truth.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8328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What if content has policy or platform impact?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33832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Attach context and secure the required owner approval before publishing.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348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How do I track pending items?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443484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Use the status list and filter by owner, campaign or due date.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FAQ for Marketing Team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Common questions from Marketing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Can Marketing upload final artwork directly?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23317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Yes, if the file follows the required size, resolution and type conditions.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8328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Can one request include multiple assets?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33832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Use the defined fields and clearly label each asset. Split requests if execution differs.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348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Q: What if artwork is rejected?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443484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A: Review the comment, fix the file and re-upload the corrected version.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Troubleshooting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Common issues and quick fixes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Cannot access 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2404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Use company Google account, check access permission, or contact app admin.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Upload failed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2404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Check file type, file size and resolution before uploading.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76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Wrong status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37764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Open request detail and confirm latest comment or assigned owner.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61188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776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Missing notification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0" y="37764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Check email filters and AppSheet notification settings.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4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▣ Shopee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25880" y="256032"/>
            <a:ext cx="10378440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>
                    <a:alpha val="92000"/>
                  </a:srgbClr>
                </a:solidFill>
              </a:rPr>
              <a:t>BD Infrastructure 2026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Ready to Use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1272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AppSheet is the single source of truth for Seller Communication requests.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 step: replace screenshot placeholders with actual AppSheet screenshots and confirm internal SLA before rollout.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Shopee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Seller Communication Request AppSheet Manual Guide</dc:title>
  <dc:subject>AppSheet Manual Guide</dc:subject>
  <dc:creator>OpenAI</dc:creator>
  <cp:lastModifiedBy>OpenAI</cp:lastModifiedBy>
  <cp:revision>1</cp:revision>
  <dcterms:created xsi:type="dcterms:W3CDTF">2026-05-18T11:18:13Z</dcterms:created>
  <dcterms:modified xsi:type="dcterms:W3CDTF">2026-05-18T11:18:13Z</dcterms:modified>
</cp:coreProperties>
</file>